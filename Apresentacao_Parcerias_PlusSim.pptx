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Conecte seus clientes ao mundo com a Plus Sim.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B4FF"/>
                </a:solidFill>
              </a:rPr>
              <a:t>Programa de Parceria Exclusiva para Agências de Turismo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6D"/>
                </a:solidFill>
              </a:rPr>
              <a:t>O Problema do Viajante Moderno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4572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Seu passageiro não quer chegar no exterior e ficar caçando Wi-Fi em aeroportos, muito menos gastar fortunas com o roaming internacional abusivo das operadoras locais.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Ele quer descer do avião já conectado para pedir um Uber com segurança, avisar a família que chegou bem e postar a primeira foto da viagem.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6D"/>
                </a:solidFill>
              </a:rPr>
              <a:t>A Solução Plus Sim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4572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BFF"/>
                </a:solidFill>
              </a:rPr>
              <a:t>O eSIM (Chip Virtual)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Esqueça o frete ou a logística de entregar chips físicos que podem ser perdidos. A entrega é 100% digital.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Principais Benefícios: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Ativação instantânea via QR Code.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Cobertura global de alta velocidade (4G/5G).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Planos flexíveis (Dias ilimitados para América do Sul, Europa, EUA, etc).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Manutenção do número de WhatsApp original do cliente.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6D"/>
                </a:solidFill>
              </a:rPr>
              <a:t>Por que ser um Parceiro Plus Sim?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4572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Agregue valor ao seu pacote: Entregue uma solução de viagem verdadeiramente completa.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Experiência Premium: O seu cliente viaja com tranquilidade e amparado com internet de qualidade.</a:t>
            </a: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endParaRPr lang="en-US" sz="18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Nova linha de receita limpa: Você lucra oferecendo um serviço essencial sem precisar manter estoque físico ou dor de cabeça logística.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6D"/>
                </a:solidFill>
              </a:rPr>
              <a:t>Como funciona a nossa Parceria?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4572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BFF"/>
                </a:solidFill>
              </a:rPr>
              <a:t>Oferecemos 15% de comissão fixa sobre cada eSIM vendido.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Duas formas flexíveis de operar:
</a:t>
            </a:r>
            <a:pPr indent="0" marL="0">
              <a:buNone/>
            </a:pPr>
            <a:r>
              <a:rPr lang="en-US" sz="1600" b="1" dirty="0">
                <a:solidFill>
                  <a:srgbClr val="1A2B6D"/>
                </a:solidFill>
              </a:rPr>
              <a:t>1. Link Personalizado: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Criamos um link para os clientes da sua agência efetuarem a compra de forma autônoma diretamente pelo nosso site.
</a:t>
            </a:r>
            <a:pPr indent="0" marL="0">
              <a:buNone/>
            </a:pPr>
            <a:r>
              <a:rPr lang="en-US" sz="1600" b="1" dirty="0">
                <a:solidFill>
                  <a:srgbClr val="1A2B6D"/>
                </a:solidFill>
              </a:rPr>
              <a:t>2. Venda Direta pela Agência (Offline):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 agência nos envia as informações da viagem/cliente via WhatsApp. Neste caso, geramos um link de pagamento para a agência já no valor NET (com a sua comissão de 15% já deduzida na fonte).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6D"/>
                </a:solidFill>
              </a:rPr>
              <a:t>Suporte Exclusivo e Dedicado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45720"/>
          </a:xfrm>
          <a:prstGeom prst="rect">
            <a:avLst/>
          </a:prstGeom>
          <a:solidFill>
            <a:srgbClr val="2E5B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Para o Cliente Final: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Não se preocupe com problemas técnicos! Todo o suporte ao cliente antes e durante a viagem é feito integralmente e exclusivamente pela equipe da Plus Sim. A sua agência apenas vende.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Para a Agência de Turismo:</a:t>
            </a:r>
            <a:endParaRPr lang="en-US" sz="18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Disponibilizamos um canal VIP e direto no nosso WhatsApp exclusivamente para o esclarecimento de dúvidas das agências e auxílio rápido no fechamento de vendas.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Vamos formalizar nossa parceria?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8CB4FF"/>
                </a:solidFill>
              </a:rPr>
              <a:t>Entre em contato conosco:</a:t>
            </a:r>
            <a:endParaRPr lang="en-US" sz="2000" dirty="0"/>
          </a:p>
          <a:p>
            <a:pPr algn="ctr" indent="0" marL="0">
              <a:lnSpc>
                <a:spcPts val="4000"/>
              </a:lnSpc>
              <a:buNone/>
            </a:pPr>
            <a:endParaRPr lang="en-US" sz="2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8CB4FF"/>
                </a:solidFill>
              </a:rPr>
              <a:t>WhatsApp: [Inserir WhatsApp]</a:t>
            </a:r>
            <a:endParaRPr lang="en-US" sz="2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8CB4FF"/>
                </a:solidFill>
              </a:rPr>
              <a:t>E-mail: [Inserir E-mail]</a:t>
            </a:r>
            <a:endParaRPr lang="en-US" sz="20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2000" dirty="0">
                <a:solidFill>
                  <a:srgbClr val="8CB4FF"/>
                </a:solidFill>
              </a:rPr>
              <a:t>Site: www.plussim.com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Plus Sim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de Parceria B2B</dc:title>
  <dc:subject>PptxGenJS Presentation</dc:subject>
  <dc:creator>Plus Sim</dc:creator>
  <cp:lastModifiedBy>Plus Sim</cp:lastModifiedBy>
  <cp:revision>1</cp:revision>
  <dcterms:created xsi:type="dcterms:W3CDTF">2026-05-21T19:25:49Z</dcterms:created>
  <dcterms:modified xsi:type="dcterms:W3CDTF">2026-05-21T19:25:49Z</dcterms:modified>
</cp:coreProperties>
</file>